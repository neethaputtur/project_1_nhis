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61" r:id="rId4"/>
    <p:sldId id="260" r:id="rId5"/>
    <p:sldId id="264" r:id="rId6"/>
    <p:sldId id="265" r:id="rId7"/>
    <p:sldId id="267" r:id="rId8"/>
    <p:sldId id="263" r:id="rId9"/>
    <p:sldId id="262" r:id="rId10"/>
    <p:sldId id="258" r:id="rId11"/>
    <p:sldId id="259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ersonal\Desktop\project%20file\datase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ersonal\Desktop\project%20file\datase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ersonal\Desktop\project%20file\dataset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ersonal\Desktop\project%20file\dataset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[dataset.xlsx]PIVOT CHARTS!PivotTable3</c:name>
    <c:fmtId val="14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cked"/>
        <c:varyColors val="0"/>
        <c:ser>
          <c:idx val="0"/>
          <c:order val="0"/>
          <c:tx>
            <c:strRef>
              <c:f>'PIVOT CHARTS'!$B$30</c:f>
              <c:strCache>
                <c:ptCount val="1"/>
                <c:pt idx="0">
                  <c:v>Sum of registered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'PIVOT CHARTS'!$A$31:$A$76</c:f>
              <c:strCache>
                <c:ptCount val="45"/>
                <c:pt idx="0">
                  <c:v>01-Jan</c:v>
                </c:pt>
                <c:pt idx="1">
                  <c:v>02-Jan</c:v>
                </c:pt>
                <c:pt idx="2">
                  <c:v>03-Jan</c:v>
                </c:pt>
                <c:pt idx="3">
                  <c:v>04-Jan</c:v>
                </c:pt>
                <c:pt idx="4">
                  <c:v>05-Jan</c:v>
                </c:pt>
                <c:pt idx="5">
                  <c:v>06-Jan</c:v>
                </c:pt>
                <c:pt idx="6">
                  <c:v>07-Jan</c:v>
                </c:pt>
                <c:pt idx="7">
                  <c:v>08-Jan</c:v>
                </c:pt>
                <c:pt idx="8">
                  <c:v>09-Jan</c:v>
                </c:pt>
                <c:pt idx="9">
                  <c:v>10-Jan</c:v>
                </c:pt>
                <c:pt idx="10">
                  <c:v>11-Jan</c:v>
                </c:pt>
                <c:pt idx="11">
                  <c:v>12-Jan</c:v>
                </c:pt>
                <c:pt idx="12">
                  <c:v>13-Jan</c:v>
                </c:pt>
                <c:pt idx="13">
                  <c:v>14-Jan</c:v>
                </c:pt>
                <c:pt idx="14">
                  <c:v>15-Jan</c:v>
                </c:pt>
                <c:pt idx="15">
                  <c:v>16-Jan</c:v>
                </c:pt>
                <c:pt idx="16">
                  <c:v>17-Jan</c:v>
                </c:pt>
                <c:pt idx="17">
                  <c:v>18-Jan</c:v>
                </c:pt>
                <c:pt idx="18">
                  <c:v>19-Jan</c:v>
                </c:pt>
                <c:pt idx="19">
                  <c:v>20-Jan</c:v>
                </c:pt>
                <c:pt idx="20">
                  <c:v>21-Jan</c:v>
                </c:pt>
                <c:pt idx="21">
                  <c:v>22-Jan</c:v>
                </c:pt>
                <c:pt idx="22">
                  <c:v>23-Jan</c:v>
                </c:pt>
                <c:pt idx="23">
                  <c:v>24-Jan</c:v>
                </c:pt>
                <c:pt idx="24">
                  <c:v>25-Jan</c:v>
                </c:pt>
                <c:pt idx="25">
                  <c:v>26-Jan</c:v>
                </c:pt>
                <c:pt idx="26">
                  <c:v>27-Jan</c:v>
                </c:pt>
                <c:pt idx="27">
                  <c:v>28-Jan</c:v>
                </c:pt>
                <c:pt idx="28">
                  <c:v>29-Jan</c:v>
                </c:pt>
                <c:pt idx="29">
                  <c:v>30-Jan</c:v>
                </c:pt>
                <c:pt idx="30">
                  <c:v>31-Jan</c:v>
                </c:pt>
                <c:pt idx="31">
                  <c:v>01-Feb</c:v>
                </c:pt>
                <c:pt idx="32">
                  <c:v>02-Feb</c:v>
                </c:pt>
                <c:pt idx="33">
                  <c:v>03-Feb</c:v>
                </c:pt>
                <c:pt idx="34">
                  <c:v>04-Feb</c:v>
                </c:pt>
                <c:pt idx="35">
                  <c:v>05-Feb</c:v>
                </c:pt>
                <c:pt idx="36">
                  <c:v>06-Feb</c:v>
                </c:pt>
                <c:pt idx="37">
                  <c:v>07-Feb</c:v>
                </c:pt>
                <c:pt idx="38">
                  <c:v>08-Feb</c:v>
                </c:pt>
                <c:pt idx="39">
                  <c:v>09-Feb</c:v>
                </c:pt>
                <c:pt idx="40">
                  <c:v>10-Feb</c:v>
                </c:pt>
                <c:pt idx="41">
                  <c:v>11-Feb</c:v>
                </c:pt>
                <c:pt idx="42">
                  <c:v>12-Feb</c:v>
                </c:pt>
                <c:pt idx="43">
                  <c:v>13-Feb</c:v>
                </c:pt>
                <c:pt idx="44">
                  <c:v>14-Feb</c:v>
                </c:pt>
              </c:strCache>
            </c:strRef>
          </c:cat>
          <c:val>
            <c:numRef>
              <c:f>'PIVOT CHARTS'!$B$31:$B$76</c:f>
              <c:numCache>
                <c:formatCode>General</c:formatCode>
                <c:ptCount val="45"/>
                <c:pt idx="0">
                  <c:v>654</c:v>
                </c:pt>
                <c:pt idx="1">
                  <c:v>670</c:v>
                </c:pt>
                <c:pt idx="2">
                  <c:v>1229</c:v>
                </c:pt>
                <c:pt idx="3">
                  <c:v>1454</c:v>
                </c:pt>
                <c:pt idx="4">
                  <c:v>1518</c:v>
                </c:pt>
                <c:pt idx="5">
                  <c:v>1518</c:v>
                </c:pt>
                <c:pt idx="6">
                  <c:v>1362</c:v>
                </c:pt>
                <c:pt idx="7">
                  <c:v>891</c:v>
                </c:pt>
                <c:pt idx="8">
                  <c:v>768</c:v>
                </c:pt>
                <c:pt idx="9">
                  <c:v>1280</c:v>
                </c:pt>
                <c:pt idx="10">
                  <c:v>1220</c:v>
                </c:pt>
                <c:pt idx="11">
                  <c:v>1137</c:v>
                </c:pt>
                <c:pt idx="12">
                  <c:v>1368</c:v>
                </c:pt>
                <c:pt idx="13">
                  <c:v>1367</c:v>
                </c:pt>
                <c:pt idx="14">
                  <c:v>1026</c:v>
                </c:pt>
                <c:pt idx="15">
                  <c:v>953</c:v>
                </c:pt>
                <c:pt idx="16">
                  <c:v>883</c:v>
                </c:pt>
                <c:pt idx="17">
                  <c:v>674</c:v>
                </c:pt>
                <c:pt idx="18">
                  <c:v>1572</c:v>
                </c:pt>
                <c:pt idx="19">
                  <c:v>1844</c:v>
                </c:pt>
                <c:pt idx="20">
                  <c:v>1468</c:v>
                </c:pt>
                <c:pt idx="21">
                  <c:v>888</c:v>
                </c:pt>
                <c:pt idx="22">
                  <c:v>836</c:v>
                </c:pt>
                <c:pt idx="23">
                  <c:v>1330</c:v>
                </c:pt>
                <c:pt idx="24">
                  <c:v>1799</c:v>
                </c:pt>
                <c:pt idx="25">
                  <c:v>472</c:v>
                </c:pt>
                <c:pt idx="26">
                  <c:v>416</c:v>
                </c:pt>
                <c:pt idx="27">
                  <c:v>1129</c:v>
                </c:pt>
                <c:pt idx="28">
                  <c:v>975</c:v>
                </c:pt>
                <c:pt idx="29">
                  <c:v>956</c:v>
                </c:pt>
                <c:pt idx="30">
                  <c:v>1459</c:v>
                </c:pt>
                <c:pt idx="31">
                  <c:v>1313</c:v>
                </c:pt>
                <c:pt idx="32">
                  <c:v>1454</c:v>
                </c:pt>
                <c:pt idx="33">
                  <c:v>1489</c:v>
                </c:pt>
                <c:pt idx="34">
                  <c:v>1620</c:v>
                </c:pt>
                <c:pt idx="35">
                  <c:v>905</c:v>
                </c:pt>
                <c:pt idx="36">
                  <c:v>1269</c:v>
                </c:pt>
                <c:pt idx="37">
                  <c:v>1592</c:v>
                </c:pt>
                <c:pt idx="38">
                  <c:v>1466</c:v>
                </c:pt>
                <c:pt idx="39">
                  <c:v>1552</c:v>
                </c:pt>
                <c:pt idx="40">
                  <c:v>1491</c:v>
                </c:pt>
                <c:pt idx="41">
                  <c:v>1597</c:v>
                </c:pt>
                <c:pt idx="42">
                  <c:v>1184</c:v>
                </c:pt>
                <c:pt idx="43">
                  <c:v>1192</c:v>
                </c:pt>
                <c:pt idx="44">
                  <c:v>143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C88-4021-B4CC-1148DD5FE3B9}"/>
            </c:ext>
          </c:extLst>
        </c:ser>
        <c:ser>
          <c:idx val="1"/>
          <c:order val="1"/>
          <c:tx>
            <c:strRef>
              <c:f>'PIVOT CHARTS'!$C$30</c:f>
              <c:strCache>
                <c:ptCount val="1"/>
                <c:pt idx="0">
                  <c:v>Sum of casual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cat>
            <c:strRef>
              <c:f>'PIVOT CHARTS'!$A$31:$A$76</c:f>
              <c:strCache>
                <c:ptCount val="45"/>
                <c:pt idx="0">
                  <c:v>01-Jan</c:v>
                </c:pt>
                <c:pt idx="1">
                  <c:v>02-Jan</c:v>
                </c:pt>
                <c:pt idx="2">
                  <c:v>03-Jan</c:v>
                </c:pt>
                <c:pt idx="3">
                  <c:v>04-Jan</c:v>
                </c:pt>
                <c:pt idx="4">
                  <c:v>05-Jan</c:v>
                </c:pt>
                <c:pt idx="5">
                  <c:v>06-Jan</c:v>
                </c:pt>
                <c:pt idx="6">
                  <c:v>07-Jan</c:v>
                </c:pt>
                <c:pt idx="7">
                  <c:v>08-Jan</c:v>
                </c:pt>
                <c:pt idx="8">
                  <c:v>09-Jan</c:v>
                </c:pt>
                <c:pt idx="9">
                  <c:v>10-Jan</c:v>
                </c:pt>
                <c:pt idx="10">
                  <c:v>11-Jan</c:v>
                </c:pt>
                <c:pt idx="11">
                  <c:v>12-Jan</c:v>
                </c:pt>
                <c:pt idx="12">
                  <c:v>13-Jan</c:v>
                </c:pt>
                <c:pt idx="13">
                  <c:v>14-Jan</c:v>
                </c:pt>
                <c:pt idx="14">
                  <c:v>15-Jan</c:v>
                </c:pt>
                <c:pt idx="15">
                  <c:v>16-Jan</c:v>
                </c:pt>
                <c:pt idx="16">
                  <c:v>17-Jan</c:v>
                </c:pt>
                <c:pt idx="17">
                  <c:v>18-Jan</c:v>
                </c:pt>
                <c:pt idx="18">
                  <c:v>19-Jan</c:v>
                </c:pt>
                <c:pt idx="19">
                  <c:v>20-Jan</c:v>
                </c:pt>
                <c:pt idx="20">
                  <c:v>21-Jan</c:v>
                </c:pt>
                <c:pt idx="21">
                  <c:v>22-Jan</c:v>
                </c:pt>
                <c:pt idx="22">
                  <c:v>23-Jan</c:v>
                </c:pt>
                <c:pt idx="23">
                  <c:v>24-Jan</c:v>
                </c:pt>
                <c:pt idx="24">
                  <c:v>25-Jan</c:v>
                </c:pt>
                <c:pt idx="25">
                  <c:v>26-Jan</c:v>
                </c:pt>
                <c:pt idx="26">
                  <c:v>27-Jan</c:v>
                </c:pt>
                <c:pt idx="27">
                  <c:v>28-Jan</c:v>
                </c:pt>
                <c:pt idx="28">
                  <c:v>29-Jan</c:v>
                </c:pt>
                <c:pt idx="29">
                  <c:v>30-Jan</c:v>
                </c:pt>
                <c:pt idx="30">
                  <c:v>31-Jan</c:v>
                </c:pt>
                <c:pt idx="31">
                  <c:v>01-Feb</c:v>
                </c:pt>
                <c:pt idx="32">
                  <c:v>02-Feb</c:v>
                </c:pt>
                <c:pt idx="33">
                  <c:v>03-Feb</c:v>
                </c:pt>
                <c:pt idx="34">
                  <c:v>04-Feb</c:v>
                </c:pt>
                <c:pt idx="35">
                  <c:v>05-Feb</c:v>
                </c:pt>
                <c:pt idx="36">
                  <c:v>06-Feb</c:v>
                </c:pt>
                <c:pt idx="37">
                  <c:v>07-Feb</c:v>
                </c:pt>
                <c:pt idx="38">
                  <c:v>08-Feb</c:v>
                </c:pt>
                <c:pt idx="39">
                  <c:v>09-Feb</c:v>
                </c:pt>
                <c:pt idx="40">
                  <c:v>10-Feb</c:v>
                </c:pt>
                <c:pt idx="41">
                  <c:v>11-Feb</c:v>
                </c:pt>
                <c:pt idx="42">
                  <c:v>12-Feb</c:v>
                </c:pt>
                <c:pt idx="43">
                  <c:v>13-Feb</c:v>
                </c:pt>
                <c:pt idx="44">
                  <c:v>14-Feb</c:v>
                </c:pt>
              </c:strCache>
            </c:strRef>
          </c:cat>
          <c:val>
            <c:numRef>
              <c:f>'PIVOT CHARTS'!$C$31:$C$76</c:f>
              <c:numCache>
                <c:formatCode>General</c:formatCode>
                <c:ptCount val="45"/>
                <c:pt idx="0">
                  <c:v>331</c:v>
                </c:pt>
                <c:pt idx="1">
                  <c:v>131</c:v>
                </c:pt>
                <c:pt idx="2">
                  <c:v>120</c:v>
                </c:pt>
                <c:pt idx="3">
                  <c:v>108</c:v>
                </c:pt>
                <c:pt idx="4">
                  <c:v>82</c:v>
                </c:pt>
                <c:pt idx="5">
                  <c:v>88</c:v>
                </c:pt>
                <c:pt idx="6">
                  <c:v>148</c:v>
                </c:pt>
                <c:pt idx="7">
                  <c:v>68</c:v>
                </c:pt>
                <c:pt idx="8">
                  <c:v>54</c:v>
                </c:pt>
                <c:pt idx="9">
                  <c:v>41</c:v>
                </c:pt>
                <c:pt idx="10">
                  <c:v>43</c:v>
                </c:pt>
                <c:pt idx="11">
                  <c:v>25</c:v>
                </c:pt>
                <c:pt idx="12">
                  <c:v>38</c:v>
                </c:pt>
                <c:pt idx="13">
                  <c:v>54</c:v>
                </c:pt>
                <c:pt idx="14">
                  <c:v>222</c:v>
                </c:pt>
                <c:pt idx="15">
                  <c:v>251</c:v>
                </c:pt>
                <c:pt idx="16">
                  <c:v>117</c:v>
                </c:pt>
                <c:pt idx="17">
                  <c:v>9</c:v>
                </c:pt>
                <c:pt idx="18">
                  <c:v>78</c:v>
                </c:pt>
                <c:pt idx="19">
                  <c:v>83</c:v>
                </c:pt>
                <c:pt idx="20">
                  <c:v>75</c:v>
                </c:pt>
                <c:pt idx="21">
                  <c:v>93</c:v>
                </c:pt>
                <c:pt idx="22">
                  <c:v>150</c:v>
                </c:pt>
                <c:pt idx="23">
                  <c:v>86</c:v>
                </c:pt>
                <c:pt idx="24">
                  <c:v>186</c:v>
                </c:pt>
                <c:pt idx="25">
                  <c:v>34</c:v>
                </c:pt>
                <c:pt idx="26">
                  <c:v>15</c:v>
                </c:pt>
                <c:pt idx="27">
                  <c:v>38</c:v>
                </c:pt>
                <c:pt idx="28">
                  <c:v>123</c:v>
                </c:pt>
                <c:pt idx="29">
                  <c:v>140</c:v>
                </c:pt>
                <c:pt idx="30">
                  <c:v>42</c:v>
                </c:pt>
                <c:pt idx="31">
                  <c:v>47</c:v>
                </c:pt>
                <c:pt idx="32">
                  <c:v>72</c:v>
                </c:pt>
                <c:pt idx="33">
                  <c:v>61</c:v>
                </c:pt>
                <c:pt idx="34">
                  <c:v>88</c:v>
                </c:pt>
                <c:pt idx="35">
                  <c:v>100</c:v>
                </c:pt>
                <c:pt idx="36">
                  <c:v>354</c:v>
                </c:pt>
                <c:pt idx="37">
                  <c:v>120</c:v>
                </c:pt>
                <c:pt idx="38">
                  <c:v>64</c:v>
                </c:pt>
                <c:pt idx="39">
                  <c:v>53</c:v>
                </c:pt>
                <c:pt idx="40">
                  <c:v>47</c:v>
                </c:pt>
                <c:pt idx="41">
                  <c:v>149</c:v>
                </c:pt>
                <c:pt idx="42">
                  <c:v>288</c:v>
                </c:pt>
                <c:pt idx="43">
                  <c:v>397</c:v>
                </c:pt>
                <c:pt idx="44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C88-4021-B4CC-1148DD5FE3B9}"/>
            </c:ext>
          </c:extLst>
        </c:ser>
        <c:ser>
          <c:idx val="2"/>
          <c:order val="2"/>
          <c:tx>
            <c:strRef>
              <c:f>'PIVOT CHARTS'!$D$30</c:f>
              <c:strCache>
                <c:ptCount val="1"/>
                <c:pt idx="0">
                  <c:v>Sum of atemp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cat>
            <c:strRef>
              <c:f>'PIVOT CHARTS'!$A$31:$A$76</c:f>
              <c:strCache>
                <c:ptCount val="45"/>
                <c:pt idx="0">
                  <c:v>01-Jan</c:v>
                </c:pt>
                <c:pt idx="1">
                  <c:v>02-Jan</c:v>
                </c:pt>
                <c:pt idx="2">
                  <c:v>03-Jan</c:v>
                </c:pt>
                <c:pt idx="3">
                  <c:v>04-Jan</c:v>
                </c:pt>
                <c:pt idx="4">
                  <c:v>05-Jan</c:v>
                </c:pt>
                <c:pt idx="5">
                  <c:v>06-Jan</c:v>
                </c:pt>
                <c:pt idx="6">
                  <c:v>07-Jan</c:v>
                </c:pt>
                <c:pt idx="7">
                  <c:v>08-Jan</c:v>
                </c:pt>
                <c:pt idx="8">
                  <c:v>09-Jan</c:v>
                </c:pt>
                <c:pt idx="9">
                  <c:v>10-Jan</c:v>
                </c:pt>
                <c:pt idx="10">
                  <c:v>11-Jan</c:v>
                </c:pt>
                <c:pt idx="11">
                  <c:v>12-Jan</c:v>
                </c:pt>
                <c:pt idx="12">
                  <c:v>13-Jan</c:v>
                </c:pt>
                <c:pt idx="13">
                  <c:v>14-Jan</c:v>
                </c:pt>
                <c:pt idx="14">
                  <c:v>15-Jan</c:v>
                </c:pt>
                <c:pt idx="15">
                  <c:v>16-Jan</c:v>
                </c:pt>
                <c:pt idx="16">
                  <c:v>17-Jan</c:v>
                </c:pt>
                <c:pt idx="17">
                  <c:v>18-Jan</c:v>
                </c:pt>
                <c:pt idx="18">
                  <c:v>19-Jan</c:v>
                </c:pt>
                <c:pt idx="19">
                  <c:v>20-Jan</c:v>
                </c:pt>
                <c:pt idx="20">
                  <c:v>21-Jan</c:v>
                </c:pt>
                <c:pt idx="21">
                  <c:v>22-Jan</c:v>
                </c:pt>
                <c:pt idx="22">
                  <c:v>23-Jan</c:v>
                </c:pt>
                <c:pt idx="23">
                  <c:v>24-Jan</c:v>
                </c:pt>
                <c:pt idx="24">
                  <c:v>25-Jan</c:v>
                </c:pt>
                <c:pt idx="25">
                  <c:v>26-Jan</c:v>
                </c:pt>
                <c:pt idx="26">
                  <c:v>27-Jan</c:v>
                </c:pt>
                <c:pt idx="27">
                  <c:v>28-Jan</c:v>
                </c:pt>
                <c:pt idx="28">
                  <c:v>29-Jan</c:v>
                </c:pt>
                <c:pt idx="29">
                  <c:v>30-Jan</c:v>
                </c:pt>
                <c:pt idx="30">
                  <c:v>31-Jan</c:v>
                </c:pt>
                <c:pt idx="31">
                  <c:v>01-Feb</c:v>
                </c:pt>
                <c:pt idx="32">
                  <c:v>02-Feb</c:v>
                </c:pt>
                <c:pt idx="33">
                  <c:v>03-Feb</c:v>
                </c:pt>
                <c:pt idx="34">
                  <c:v>04-Feb</c:v>
                </c:pt>
                <c:pt idx="35">
                  <c:v>05-Feb</c:v>
                </c:pt>
                <c:pt idx="36">
                  <c:v>06-Feb</c:v>
                </c:pt>
                <c:pt idx="37">
                  <c:v>07-Feb</c:v>
                </c:pt>
                <c:pt idx="38">
                  <c:v>08-Feb</c:v>
                </c:pt>
                <c:pt idx="39">
                  <c:v>09-Feb</c:v>
                </c:pt>
                <c:pt idx="40">
                  <c:v>10-Feb</c:v>
                </c:pt>
                <c:pt idx="41">
                  <c:v>11-Feb</c:v>
                </c:pt>
                <c:pt idx="42">
                  <c:v>12-Feb</c:v>
                </c:pt>
                <c:pt idx="43">
                  <c:v>13-Feb</c:v>
                </c:pt>
                <c:pt idx="44">
                  <c:v>14-Feb</c:v>
                </c:pt>
              </c:strCache>
            </c:strRef>
          </c:cat>
          <c:val>
            <c:numRef>
              <c:f>'PIVOT CHARTS'!$D$31:$D$76</c:f>
              <c:numCache>
                <c:formatCode>General</c:formatCode>
                <c:ptCount val="45"/>
                <c:pt idx="0">
                  <c:v>7.5452000000000012</c:v>
                </c:pt>
                <c:pt idx="1">
                  <c:v>6.6664000000000003</c:v>
                </c:pt>
                <c:pt idx="2">
                  <c:v>3.5608</c:v>
                </c:pt>
                <c:pt idx="3">
                  <c:v>4.6970000000000001</c:v>
                </c:pt>
                <c:pt idx="4">
                  <c:v>5.2732000000000001</c:v>
                </c:pt>
                <c:pt idx="5">
                  <c:v>5.3638000000000012</c:v>
                </c:pt>
                <c:pt idx="6">
                  <c:v>4.8033000000000001</c:v>
                </c:pt>
                <c:pt idx="7">
                  <c:v>3.8941000000000003</c:v>
                </c:pt>
                <c:pt idx="8">
                  <c:v>2.7882000000000007</c:v>
                </c:pt>
                <c:pt idx="9">
                  <c:v>3.6213000000000002</c:v>
                </c:pt>
                <c:pt idx="10">
                  <c:v>4.2122000000000002</c:v>
                </c:pt>
                <c:pt idx="11">
                  <c:v>3.5304000000000002</c:v>
                </c:pt>
                <c:pt idx="12">
                  <c:v>3.6212</c:v>
                </c:pt>
                <c:pt idx="13">
                  <c:v>4.3334999999999999</c:v>
                </c:pt>
                <c:pt idx="14">
                  <c:v>5.9546999999999999</c:v>
                </c:pt>
                <c:pt idx="15">
                  <c:v>5.6212000000000009</c:v>
                </c:pt>
                <c:pt idx="16">
                  <c:v>4.2425000000000006</c:v>
                </c:pt>
                <c:pt idx="17">
                  <c:v>2.7880000000000003</c:v>
                </c:pt>
                <c:pt idx="18">
                  <c:v>6.8637000000000006</c:v>
                </c:pt>
                <c:pt idx="19">
                  <c:v>6.1212</c:v>
                </c:pt>
                <c:pt idx="20">
                  <c:v>3.7880000000000003</c:v>
                </c:pt>
                <c:pt idx="21">
                  <c:v>1.8186000000000002</c:v>
                </c:pt>
                <c:pt idx="22">
                  <c:v>2.2733000000000003</c:v>
                </c:pt>
                <c:pt idx="23">
                  <c:v>2.7124000000000006</c:v>
                </c:pt>
                <c:pt idx="24">
                  <c:v>5.3940999999999981</c:v>
                </c:pt>
                <c:pt idx="25">
                  <c:v>3.2576000000000001</c:v>
                </c:pt>
                <c:pt idx="26">
                  <c:v>1.7576000000000001</c:v>
                </c:pt>
                <c:pt idx="27">
                  <c:v>5.1362999999999994</c:v>
                </c:pt>
                <c:pt idx="28">
                  <c:v>4.8789000000000016</c:v>
                </c:pt>
                <c:pt idx="29">
                  <c:v>5.7573999999999996</c:v>
                </c:pt>
                <c:pt idx="30">
                  <c:v>4.4700000000000006</c:v>
                </c:pt>
                <c:pt idx="31">
                  <c:v>5.3941999999999997</c:v>
                </c:pt>
                <c:pt idx="32">
                  <c:v>6.1059999999999999</c:v>
                </c:pt>
                <c:pt idx="33">
                  <c:v>4.0911999999999997</c:v>
                </c:pt>
                <c:pt idx="34">
                  <c:v>5.2574999999999994</c:v>
                </c:pt>
                <c:pt idx="35">
                  <c:v>5.8334000000000001</c:v>
                </c:pt>
                <c:pt idx="36">
                  <c:v>7.0000999999999971</c:v>
                </c:pt>
                <c:pt idx="37">
                  <c:v>7.2878000000000007</c:v>
                </c:pt>
                <c:pt idx="38">
                  <c:v>4.7578999999999994</c:v>
                </c:pt>
                <c:pt idx="39">
                  <c:v>3.3185000000000002</c:v>
                </c:pt>
                <c:pt idx="40">
                  <c:v>3.4396</c:v>
                </c:pt>
                <c:pt idx="41">
                  <c:v>4.6971999999999996</c:v>
                </c:pt>
                <c:pt idx="42">
                  <c:v>5.5908999999999995</c:v>
                </c:pt>
                <c:pt idx="43">
                  <c:v>7.4546000000000028</c:v>
                </c:pt>
                <c:pt idx="44">
                  <c:v>2.6513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C88-4021-B4CC-1148DD5FE3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072245008"/>
        <c:axId val="1072212976"/>
        <c:axId val="0"/>
      </c:bar3DChart>
      <c:catAx>
        <c:axId val="10722450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2212976"/>
        <c:crosses val="autoZero"/>
        <c:auto val="1"/>
        <c:lblAlgn val="ctr"/>
        <c:lblOffset val="100"/>
        <c:noMultiLvlLbl val="0"/>
      </c:catAx>
      <c:valAx>
        <c:axId val="10722129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2245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[dataset.xlsx]PIVOT CHARTS!PivotTable4</c:name>
    <c:fmtId val="19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'PIVOT CHARTS'!$B$81</c:f>
              <c:strCache>
                <c:ptCount val="1"/>
                <c:pt idx="0">
                  <c:v>Sum of cnt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'PIVOT CHARTS'!$A$82:$A$84</c:f>
              <c:strCache>
                <c:ptCount val="2"/>
                <c:pt idx="0">
                  <c:v>FALSE</c:v>
                </c:pt>
                <c:pt idx="1">
                  <c:v>TRUE</c:v>
                </c:pt>
              </c:strCache>
            </c:strRef>
          </c:cat>
          <c:val>
            <c:numRef>
              <c:f>'PIVOT CHARTS'!$B$82:$B$84</c:f>
              <c:numCache>
                <c:formatCode>General</c:formatCode>
                <c:ptCount val="2"/>
                <c:pt idx="0">
                  <c:v>57304</c:v>
                </c:pt>
                <c:pt idx="1">
                  <c:v>1000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67-427F-B9A0-B912A60B707A}"/>
            </c:ext>
          </c:extLst>
        </c:ser>
        <c:ser>
          <c:idx val="1"/>
          <c:order val="1"/>
          <c:tx>
            <c:strRef>
              <c:f>'PIVOT CHARTS'!$C$81</c:f>
              <c:strCache>
                <c:ptCount val="1"/>
                <c:pt idx="0">
                  <c:v>Average of hum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cat>
            <c:strRef>
              <c:f>'PIVOT CHARTS'!$A$82:$A$84</c:f>
              <c:strCache>
                <c:ptCount val="2"/>
                <c:pt idx="0">
                  <c:v>FALSE</c:v>
                </c:pt>
                <c:pt idx="1">
                  <c:v>TRUE</c:v>
                </c:pt>
              </c:strCache>
            </c:strRef>
          </c:cat>
          <c:val>
            <c:numRef>
              <c:f>'PIVOT CHARTS'!$C$82:$C$84</c:f>
              <c:numCache>
                <c:formatCode>General</c:formatCode>
                <c:ptCount val="2"/>
                <c:pt idx="0">
                  <c:v>0.58358606557377035</c:v>
                </c:pt>
                <c:pt idx="1">
                  <c:v>0.53749999999999998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267-427F-B9A0-B912A60B70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429631455"/>
        <c:axId val="429641439"/>
        <c:axId val="0"/>
      </c:bar3DChart>
      <c:catAx>
        <c:axId val="4296314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29641439"/>
        <c:crosses val="autoZero"/>
        <c:auto val="1"/>
        <c:lblAlgn val="ctr"/>
        <c:lblOffset val="100"/>
        <c:noMultiLvlLbl val="0"/>
      </c:catAx>
      <c:valAx>
        <c:axId val="4296414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296314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[dataset.xlsx]PIVOT CHARTS!PivotTable2</c:name>
    <c:fmtId val="22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/>
      <c:pieChart>
        <c:varyColors val="1"/>
        <c:ser>
          <c:idx val="0"/>
          <c:order val="0"/>
          <c:tx>
            <c:strRef>
              <c:f>'PIVOT CHARTS'!$B$4</c:f>
              <c:strCache>
                <c:ptCount val="1"/>
                <c:pt idx="0">
                  <c:v>Sum of mnth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8BE-4EB8-A45C-E28A3FF4042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8BE-4EB8-A45C-E28A3FF4042C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multiLvlStrRef>
              <c:f>'PIVOT CHARTS'!$A$5:$A$10</c:f>
              <c:multiLvlStrCache>
                <c:ptCount val="3"/>
                <c:lvl>
                  <c:pt idx="0">
                    <c:v>1</c:v>
                  </c:pt>
                  <c:pt idx="1">
                    <c:v>2</c:v>
                  </c:pt>
                  <c:pt idx="2">
                    <c:v>1</c:v>
                  </c:pt>
                </c:lvl>
                <c:lvl>
                  <c:pt idx="0">
                    <c:v>FALSE</c:v>
                  </c:pt>
                  <c:pt idx="2">
                    <c:v>TRUE</c:v>
                  </c:pt>
                </c:lvl>
              </c:multiLvlStrCache>
            </c:multiLvlStrRef>
          </c:cat>
          <c:val>
            <c:numRef>
              <c:f>'PIVOT CHARTS'!$B$5:$B$10</c:f>
              <c:numCache>
                <c:formatCode>General</c:formatCode>
                <c:ptCount val="3"/>
                <c:pt idx="0">
                  <c:v>664</c:v>
                </c:pt>
                <c:pt idx="1">
                  <c:v>624</c:v>
                </c:pt>
                <c:pt idx="2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8BE-4EB8-A45C-E28A3FF4042C}"/>
            </c:ext>
          </c:extLst>
        </c:ser>
        <c:ser>
          <c:idx val="1"/>
          <c:order val="1"/>
          <c:tx>
            <c:strRef>
              <c:f>'PIVOT CHARTS'!$C$4</c:f>
              <c:strCache>
                <c:ptCount val="1"/>
                <c:pt idx="0">
                  <c:v>Sum of weekday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6-68BE-4EB8-A45C-E28A3FF4042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68BE-4EB8-A45C-E28A3FF4042C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multiLvlStrRef>
              <c:f>'PIVOT CHARTS'!$A$5:$A$10</c:f>
              <c:multiLvlStrCache>
                <c:ptCount val="3"/>
                <c:lvl>
                  <c:pt idx="0">
                    <c:v>1</c:v>
                  </c:pt>
                  <c:pt idx="1">
                    <c:v>2</c:v>
                  </c:pt>
                  <c:pt idx="2">
                    <c:v>1</c:v>
                  </c:pt>
                </c:lvl>
                <c:lvl>
                  <c:pt idx="0">
                    <c:v>FALSE</c:v>
                  </c:pt>
                  <c:pt idx="2">
                    <c:v>TRUE</c:v>
                  </c:pt>
                </c:lvl>
              </c:multiLvlStrCache>
            </c:multiLvlStrRef>
          </c:cat>
          <c:val>
            <c:numRef>
              <c:f>'PIVOT CHARTS'!$C$5:$C$10</c:f>
              <c:numCache>
                <c:formatCode>General</c:formatCode>
                <c:ptCount val="3"/>
                <c:pt idx="0">
                  <c:v>1994</c:v>
                </c:pt>
                <c:pt idx="1">
                  <c:v>964</c:v>
                </c:pt>
                <c:pt idx="2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68BE-4EB8-A45C-E28A3FF4042C}"/>
            </c:ext>
          </c:extLst>
        </c:ser>
        <c:ser>
          <c:idx val="2"/>
          <c:order val="2"/>
          <c:tx>
            <c:strRef>
              <c:f>'PIVOT CHARTS'!$D$4</c:f>
              <c:strCache>
                <c:ptCount val="1"/>
                <c:pt idx="0">
                  <c:v>Sum of casual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68BE-4EB8-A45C-E28A3FF4042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68BE-4EB8-A45C-E28A3FF4042C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multiLvlStrRef>
              <c:f>'PIVOT CHARTS'!$A$5:$A$10</c:f>
              <c:multiLvlStrCache>
                <c:ptCount val="3"/>
                <c:lvl>
                  <c:pt idx="0">
                    <c:v>1</c:v>
                  </c:pt>
                  <c:pt idx="1">
                    <c:v>2</c:v>
                  </c:pt>
                  <c:pt idx="2">
                    <c:v>1</c:v>
                  </c:pt>
                </c:lvl>
                <c:lvl>
                  <c:pt idx="0">
                    <c:v>FALSE</c:v>
                  </c:pt>
                  <c:pt idx="2">
                    <c:v>TRUE</c:v>
                  </c:pt>
                </c:lvl>
              </c:multiLvlStrCache>
            </c:multiLvlStrRef>
          </c:cat>
          <c:val>
            <c:numRef>
              <c:f>'PIVOT CHARTS'!$D$5:$D$10</c:f>
              <c:numCache>
                <c:formatCode>General</c:formatCode>
                <c:ptCount val="3"/>
                <c:pt idx="0">
                  <c:v>2956</c:v>
                </c:pt>
                <c:pt idx="1">
                  <c:v>1848</c:v>
                </c:pt>
                <c:pt idx="2">
                  <c:v>117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68BE-4EB8-A45C-E28A3FF4042C}"/>
            </c:ext>
          </c:extLst>
        </c:ser>
        <c:ser>
          <c:idx val="3"/>
          <c:order val="3"/>
          <c:tx>
            <c:strRef>
              <c:f>'PIVOT CHARTS'!$E$4</c:f>
              <c:strCache>
                <c:ptCount val="1"/>
                <c:pt idx="0">
                  <c:v>Sum of registered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0-68BE-4EB8-A45C-E28A3FF4042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2-68BE-4EB8-A45C-E28A3FF4042C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multiLvlStrRef>
              <c:f>'PIVOT CHARTS'!$A$5:$A$10</c:f>
              <c:multiLvlStrCache>
                <c:ptCount val="3"/>
                <c:lvl>
                  <c:pt idx="0">
                    <c:v>1</c:v>
                  </c:pt>
                  <c:pt idx="1">
                    <c:v>2</c:v>
                  </c:pt>
                  <c:pt idx="2">
                    <c:v>1</c:v>
                  </c:pt>
                </c:lvl>
                <c:lvl>
                  <c:pt idx="0">
                    <c:v>FALSE</c:v>
                  </c:pt>
                  <c:pt idx="2">
                    <c:v>TRUE</c:v>
                  </c:pt>
                </c:lvl>
              </c:multiLvlStrCache>
            </c:multiLvlStrRef>
          </c:cat>
          <c:val>
            <c:numRef>
              <c:f>'PIVOT CHARTS'!$E$5:$E$10</c:f>
              <c:numCache>
                <c:formatCode>General</c:formatCode>
                <c:ptCount val="3"/>
                <c:pt idx="0">
                  <c:v>34233</c:v>
                </c:pt>
                <c:pt idx="1">
                  <c:v>18267</c:v>
                </c:pt>
                <c:pt idx="2">
                  <c:v>883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3-68BE-4EB8-A45C-E28A3FF4042C}"/>
            </c:ext>
          </c:extLst>
        </c:ser>
        <c:ser>
          <c:idx val="4"/>
          <c:order val="4"/>
          <c:tx>
            <c:strRef>
              <c:f>'PIVOT CHARTS'!$F$4</c:f>
              <c:strCache>
                <c:ptCount val="1"/>
                <c:pt idx="0">
                  <c:v>Sum of cnt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5-68BE-4EB8-A45C-E28A3FF4042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7-68BE-4EB8-A45C-E28A3FF4042C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multiLvlStrRef>
              <c:f>'PIVOT CHARTS'!$A$5:$A$10</c:f>
              <c:multiLvlStrCache>
                <c:ptCount val="3"/>
                <c:lvl>
                  <c:pt idx="0">
                    <c:v>1</c:v>
                  </c:pt>
                  <c:pt idx="1">
                    <c:v>2</c:v>
                  </c:pt>
                  <c:pt idx="2">
                    <c:v>1</c:v>
                  </c:pt>
                </c:lvl>
                <c:lvl>
                  <c:pt idx="0">
                    <c:v>FALSE</c:v>
                  </c:pt>
                  <c:pt idx="2">
                    <c:v>TRUE</c:v>
                  </c:pt>
                </c:lvl>
              </c:multiLvlStrCache>
            </c:multiLvlStrRef>
          </c:cat>
          <c:val>
            <c:numRef>
              <c:f>'PIVOT CHARTS'!$F$5:$F$10</c:f>
              <c:numCache>
                <c:formatCode>General</c:formatCode>
                <c:ptCount val="3"/>
                <c:pt idx="0">
                  <c:v>37189</c:v>
                </c:pt>
                <c:pt idx="1">
                  <c:v>20115</c:v>
                </c:pt>
                <c:pt idx="2">
                  <c:v>1000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68BE-4EB8-A45C-E28A3FF404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[dataset.xlsx]PIVOT CHARTS!PivotTable2</c:name>
    <c:fmtId val="25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0458092738407698"/>
          <c:y val="0.15175707203266259"/>
          <c:w val="0.61962226596675418"/>
          <c:h val="0.5812241178186060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'PIVOT CHARTS'!$B$4</c:f>
              <c:strCache>
                <c:ptCount val="1"/>
                <c:pt idx="0">
                  <c:v>Sum of mnth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multiLvlStrRef>
              <c:f>'PIVOT CHARTS'!$A$5:$A$10</c:f>
              <c:multiLvlStrCache>
                <c:ptCount val="3"/>
                <c:lvl>
                  <c:pt idx="0">
                    <c:v>1</c:v>
                  </c:pt>
                  <c:pt idx="1">
                    <c:v>2</c:v>
                  </c:pt>
                  <c:pt idx="2">
                    <c:v>1</c:v>
                  </c:pt>
                </c:lvl>
                <c:lvl>
                  <c:pt idx="0">
                    <c:v>FALSE</c:v>
                  </c:pt>
                  <c:pt idx="2">
                    <c:v>TRUE</c:v>
                  </c:pt>
                </c:lvl>
              </c:multiLvlStrCache>
            </c:multiLvlStrRef>
          </c:cat>
          <c:val>
            <c:numRef>
              <c:f>'PIVOT CHARTS'!$B$5:$B$10</c:f>
              <c:numCache>
                <c:formatCode>General</c:formatCode>
                <c:ptCount val="3"/>
                <c:pt idx="0">
                  <c:v>664</c:v>
                </c:pt>
                <c:pt idx="1">
                  <c:v>624</c:v>
                </c:pt>
                <c:pt idx="2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A76-4254-B4E7-9700C6F3E684}"/>
            </c:ext>
          </c:extLst>
        </c:ser>
        <c:ser>
          <c:idx val="1"/>
          <c:order val="1"/>
          <c:tx>
            <c:strRef>
              <c:f>'PIVOT CHARTS'!$C$4</c:f>
              <c:strCache>
                <c:ptCount val="1"/>
                <c:pt idx="0">
                  <c:v>Sum of weekday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multiLvlStrRef>
              <c:f>'PIVOT CHARTS'!$A$5:$A$10</c:f>
              <c:multiLvlStrCache>
                <c:ptCount val="3"/>
                <c:lvl>
                  <c:pt idx="0">
                    <c:v>1</c:v>
                  </c:pt>
                  <c:pt idx="1">
                    <c:v>2</c:v>
                  </c:pt>
                  <c:pt idx="2">
                    <c:v>1</c:v>
                  </c:pt>
                </c:lvl>
                <c:lvl>
                  <c:pt idx="0">
                    <c:v>FALSE</c:v>
                  </c:pt>
                  <c:pt idx="2">
                    <c:v>TRUE</c:v>
                  </c:pt>
                </c:lvl>
              </c:multiLvlStrCache>
            </c:multiLvlStrRef>
          </c:cat>
          <c:val>
            <c:numRef>
              <c:f>'PIVOT CHARTS'!$C$5:$C$10</c:f>
              <c:numCache>
                <c:formatCode>General</c:formatCode>
                <c:ptCount val="3"/>
                <c:pt idx="0">
                  <c:v>1994</c:v>
                </c:pt>
                <c:pt idx="1">
                  <c:v>964</c:v>
                </c:pt>
                <c:pt idx="2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A76-4254-B4E7-9700C6F3E684}"/>
            </c:ext>
          </c:extLst>
        </c:ser>
        <c:ser>
          <c:idx val="2"/>
          <c:order val="2"/>
          <c:tx>
            <c:strRef>
              <c:f>'PIVOT CHARTS'!$D$4</c:f>
              <c:strCache>
                <c:ptCount val="1"/>
                <c:pt idx="0">
                  <c:v>Sum of casual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multiLvlStrRef>
              <c:f>'PIVOT CHARTS'!$A$5:$A$10</c:f>
              <c:multiLvlStrCache>
                <c:ptCount val="3"/>
                <c:lvl>
                  <c:pt idx="0">
                    <c:v>1</c:v>
                  </c:pt>
                  <c:pt idx="1">
                    <c:v>2</c:v>
                  </c:pt>
                  <c:pt idx="2">
                    <c:v>1</c:v>
                  </c:pt>
                </c:lvl>
                <c:lvl>
                  <c:pt idx="0">
                    <c:v>FALSE</c:v>
                  </c:pt>
                  <c:pt idx="2">
                    <c:v>TRUE</c:v>
                  </c:pt>
                </c:lvl>
              </c:multiLvlStrCache>
            </c:multiLvlStrRef>
          </c:cat>
          <c:val>
            <c:numRef>
              <c:f>'PIVOT CHARTS'!$D$5:$D$10</c:f>
              <c:numCache>
                <c:formatCode>General</c:formatCode>
                <c:ptCount val="3"/>
                <c:pt idx="0">
                  <c:v>2956</c:v>
                </c:pt>
                <c:pt idx="1">
                  <c:v>1848</c:v>
                </c:pt>
                <c:pt idx="2">
                  <c:v>117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A76-4254-B4E7-9700C6F3E684}"/>
            </c:ext>
          </c:extLst>
        </c:ser>
        <c:ser>
          <c:idx val="3"/>
          <c:order val="3"/>
          <c:tx>
            <c:strRef>
              <c:f>'PIVOT CHARTS'!$E$4</c:f>
              <c:strCache>
                <c:ptCount val="1"/>
                <c:pt idx="0">
                  <c:v>Sum of registered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multiLvlStrRef>
              <c:f>'PIVOT CHARTS'!$A$5:$A$10</c:f>
              <c:multiLvlStrCache>
                <c:ptCount val="3"/>
                <c:lvl>
                  <c:pt idx="0">
                    <c:v>1</c:v>
                  </c:pt>
                  <c:pt idx="1">
                    <c:v>2</c:v>
                  </c:pt>
                  <c:pt idx="2">
                    <c:v>1</c:v>
                  </c:pt>
                </c:lvl>
                <c:lvl>
                  <c:pt idx="0">
                    <c:v>FALSE</c:v>
                  </c:pt>
                  <c:pt idx="2">
                    <c:v>TRUE</c:v>
                  </c:pt>
                </c:lvl>
              </c:multiLvlStrCache>
            </c:multiLvlStrRef>
          </c:cat>
          <c:val>
            <c:numRef>
              <c:f>'PIVOT CHARTS'!$E$5:$E$10</c:f>
              <c:numCache>
                <c:formatCode>General</c:formatCode>
                <c:ptCount val="3"/>
                <c:pt idx="0">
                  <c:v>34233</c:v>
                </c:pt>
                <c:pt idx="1">
                  <c:v>18267</c:v>
                </c:pt>
                <c:pt idx="2">
                  <c:v>883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A76-4254-B4E7-9700C6F3E684}"/>
            </c:ext>
          </c:extLst>
        </c:ser>
        <c:ser>
          <c:idx val="4"/>
          <c:order val="4"/>
          <c:tx>
            <c:strRef>
              <c:f>'PIVOT CHARTS'!$F$4</c:f>
              <c:strCache>
                <c:ptCount val="1"/>
                <c:pt idx="0">
                  <c:v>Sum of cnt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multiLvlStrRef>
              <c:f>'PIVOT CHARTS'!$A$5:$A$10</c:f>
              <c:multiLvlStrCache>
                <c:ptCount val="3"/>
                <c:lvl>
                  <c:pt idx="0">
                    <c:v>1</c:v>
                  </c:pt>
                  <c:pt idx="1">
                    <c:v>2</c:v>
                  </c:pt>
                  <c:pt idx="2">
                    <c:v>1</c:v>
                  </c:pt>
                </c:lvl>
                <c:lvl>
                  <c:pt idx="0">
                    <c:v>FALSE</c:v>
                  </c:pt>
                  <c:pt idx="2">
                    <c:v>TRUE</c:v>
                  </c:pt>
                </c:lvl>
              </c:multiLvlStrCache>
            </c:multiLvlStrRef>
          </c:cat>
          <c:val>
            <c:numRef>
              <c:f>'PIVOT CHARTS'!$F$5:$F$10</c:f>
              <c:numCache>
                <c:formatCode>General</c:formatCode>
                <c:ptCount val="3"/>
                <c:pt idx="0">
                  <c:v>37189</c:v>
                </c:pt>
                <c:pt idx="1">
                  <c:v>20115</c:v>
                </c:pt>
                <c:pt idx="2">
                  <c:v>1000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A76-4254-B4E7-9700C6F3E6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718680816"/>
        <c:axId val="1718679984"/>
      </c:barChart>
      <c:catAx>
        <c:axId val="17186808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18679984"/>
        <c:crosses val="autoZero"/>
        <c:auto val="1"/>
        <c:lblAlgn val="ctr"/>
        <c:lblOffset val="100"/>
        <c:noMultiLvlLbl val="0"/>
      </c:catAx>
      <c:valAx>
        <c:axId val="17186799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186808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EBF43-D1FF-4CD1-998A-627FFFD5DCA2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746E6-88C9-43DC-81FE-F3F46D0FAD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445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EBF43-D1FF-4CD1-998A-627FFFD5DCA2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799746E6-88C9-43DC-81FE-F3F46D0FAD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8780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EBF43-D1FF-4CD1-998A-627FFFD5DCA2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746E6-88C9-43DC-81FE-F3F46D0FAD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9378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EBF43-D1FF-4CD1-998A-627FFFD5DCA2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746E6-88C9-43DC-81FE-F3F46D0FAD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3001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EBF43-D1FF-4CD1-998A-627FFFD5DCA2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746E6-88C9-43DC-81FE-F3F46D0FAD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1149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EBF43-D1FF-4CD1-998A-627FFFD5DCA2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746E6-88C9-43DC-81FE-F3F46D0FAD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1961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EBF43-D1FF-4CD1-998A-627FFFD5DCA2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746E6-88C9-43DC-81FE-F3F46D0FAD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4782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EBF43-D1FF-4CD1-998A-627FFFD5DCA2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746E6-88C9-43DC-81FE-F3F46D0FAD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8174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EBF43-D1FF-4CD1-998A-627FFFD5DCA2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746E6-88C9-43DC-81FE-F3F46D0FAD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0482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EBF43-D1FF-4CD1-998A-627FFFD5DCA2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746E6-88C9-43DC-81FE-F3F46D0FAD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9226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EBF43-D1FF-4CD1-998A-627FFFD5DCA2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746E6-88C9-43DC-81FE-F3F46D0FAD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67718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EBF43-D1FF-4CD1-998A-627FFFD5DCA2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746E6-88C9-43DC-81FE-F3F46D0FAD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90078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EBF43-D1FF-4CD1-998A-627FFFD5DCA2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746E6-88C9-43DC-81FE-F3F46D0FAD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95734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EBF43-D1FF-4CD1-998A-627FFFD5DCA2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746E6-88C9-43DC-81FE-F3F46D0FAD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87371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EBF43-D1FF-4CD1-998A-627FFFD5DCA2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746E6-88C9-43DC-81FE-F3F46D0FAD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12810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EBF43-D1FF-4CD1-998A-627FFFD5DCA2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746E6-88C9-43DC-81FE-F3F46D0FAD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76657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EBF43-D1FF-4CD1-998A-627FFFD5DCA2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746E6-88C9-43DC-81FE-F3F46D0FAD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0487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B7EBF43-D1FF-4CD1-998A-627FFFD5DCA2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99746E6-88C9-43DC-81FE-F3F46D0FAD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7867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publication/377641378_Using_machine_learning_for_bike_sharing_demand_prediction" TargetMode="External"/><Relationship Id="rId2" Type="http://schemas.openxmlformats.org/officeDocument/2006/relationships/hyperlink" Target="https://www.kaggle.com/code/lakshmi25npathi/bike-sharing-demand-prediction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D5ACF-C3F6-4E80-BAA9-82FF31E70A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BIKE SHARING DEMAND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53FC8F-2221-49F0-9ACB-41DBD37A89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32212" y="5581373"/>
            <a:ext cx="6987645" cy="1276627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Neetha B J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 January 2026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558625-0845-450B-9E51-D634C988FD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9267" y="2050299"/>
            <a:ext cx="1625889" cy="10876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xmlns:mc="http://schemas.openxmlformats.org/markup-compatibility/2006" val="000000" mc:Ignorable="a14" a14:legacySpreadsheetColorIndex="64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xmlns:mc="http://schemas.openxmlformats.org/markup-compatibility/2006" val="FFFFFF" mc:Ignorable="a14" a14:legacySpreadsheetColorIndex="65"/>
                </a:solidFill>
                <a:miter lim="800000"/>
                <a:headEnd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11635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9471C-1E5A-4411-AFB8-6907E2085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D06EF2-EA61-42F7-9C33-F7C2B7938F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Bike Sharing Demand Prediction project focuses on analyzing historical bike rental data to forecast future demand. Using machine learning models, the project predicts the number of bikes rented at a given hour or day based on various factors such as weather conditions, temperature, humidity, time of day, and season. The goal is to help bike-sharing companies optimize bike distribution, manage inventory, and improve customer satisfaction.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2475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E100B-555A-4291-9971-614E9E5CD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Features of the Project: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9BF8B-9572-4B9A-A928-46A7634A70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2012" y="2438399"/>
            <a:ext cx="9621012" cy="3124201"/>
          </a:xfrm>
        </p:spPr>
        <p:txBody>
          <a:bodyPr/>
          <a:lstStyle/>
          <a:p>
            <a:pPr algn="just"/>
            <a:r>
              <a:rPr 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 hourly and daily bike rental demand.</a:t>
            </a:r>
          </a:p>
          <a:p>
            <a:pPr algn="just"/>
            <a:r>
              <a:rPr 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Analyze the impact of weather, temperature, and humidity on bike usage.</a:t>
            </a:r>
          </a:p>
          <a:p>
            <a:pPr algn="just"/>
            <a:r>
              <a:rPr 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Identify peak hours, days, and seasons for rentals.</a:t>
            </a:r>
          </a:p>
          <a:p>
            <a:pPr algn="just"/>
            <a:r>
              <a:rPr 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Explore the difference in demand between working and non-working days.</a:t>
            </a:r>
          </a:p>
        </p:txBody>
      </p:sp>
    </p:spTree>
    <p:extLst>
      <p:ext uri="{BB962C8B-B14F-4D97-AF65-F5344CB8AC3E}">
        <p14:creationId xmlns:p14="http://schemas.microsoft.com/office/powerpoint/2010/main" val="4079207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49941-436D-4949-8F68-707862849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1876" y="381000"/>
            <a:ext cx="7672941" cy="1421297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DESCRIPTION:</a:t>
            </a:r>
            <a:br>
              <a:rPr lang="en-IN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i="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 weather information (Temperature, Humidity, Windspeed, Snowfall, Rainfall), the number of bikes rented per hour and date information.</a:t>
            </a:r>
            <a:br>
              <a:rPr lang="en-US" sz="2000" b="0" i="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885949-3155-4CD7-A935-119BC5913E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7824" y="1802297"/>
            <a:ext cx="5645360" cy="5055703"/>
          </a:xfrm>
        </p:spPr>
        <p:txBody>
          <a:bodyPr>
            <a:normAutofit fontScale="70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1F1F1F"/>
              </a:solidFill>
              <a:effectLst/>
              <a:latin typeface="Google Sans Text"/>
            </a:endParaRPr>
          </a:p>
          <a:p>
            <a:pPr marL="0" indent="0">
              <a:buNone/>
            </a:pPr>
            <a:endParaRPr lang="en-US" b="0" i="0" dirty="0">
              <a:solidFill>
                <a:srgbClr val="1F1F1F"/>
              </a:solidFill>
              <a:effectLst/>
              <a:latin typeface="Google Sans Text"/>
            </a:endParaRPr>
          </a:p>
          <a:p>
            <a:pPr marL="0" indent="0">
              <a:buNone/>
            </a:pPr>
            <a:r>
              <a:rPr lang="en-IN" b="1" i="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Attribute Information:</a:t>
            </a:r>
            <a:endParaRPr lang="en-IN" b="0" i="0" dirty="0">
              <a:solidFill>
                <a:srgbClr val="1F1F1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Instant - Index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Dteday</a:t>
            </a:r>
            <a:r>
              <a:rPr lang="en-US" b="0" i="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date &amp; day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Seasons - Winter, Summer &amp; Rainy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Hr</a:t>
            </a:r>
            <a:r>
              <a:rPr lang="en-US" b="0" i="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Hour of he day(24hrs 0-23)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Holiday - False , Working – True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Weatherlist</a:t>
            </a:r>
            <a:r>
              <a:rPr lang="en-US" b="0" i="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- 1,2,3 ( Too Hot, Too Cold, Messed)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atemp</a:t>
            </a:r>
            <a:r>
              <a:rPr lang="en-US" dirty="0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Too Cold / Too hot (assuming)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Humidity - Climate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Casual - Trail attempt for Free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Registered - Common Customers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Cnt</a:t>
            </a:r>
            <a:r>
              <a:rPr lang="en-US" b="0" i="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Total count of Casual and Registered customers.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1F1F1F"/>
              </a:solidFill>
              <a:effectLst/>
              <a:latin typeface="Google Sans Text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4488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8B0FC-873D-45C2-96E2-41F208AF0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4241" y="235228"/>
            <a:ext cx="8295793" cy="1752598"/>
          </a:xfrm>
        </p:spPr>
        <p:txBody>
          <a:bodyPr>
            <a:normAutofit/>
          </a:bodyPr>
          <a:lstStyle/>
          <a:p>
            <a:r>
              <a:rPr lang="en-IN" sz="4800" b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Implimentation</a:t>
            </a:r>
            <a:r>
              <a:rPr lang="en-IN" sz="48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on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66A30-6CCF-4C35-BF44-81C64418C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0103" y="1802295"/>
            <a:ext cx="9674223" cy="3790122"/>
          </a:xfrm>
        </p:spPr>
        <p:txBody>
          <a:bodyPr>
            <a:normAutofit fontScale="92500" lnSpcReduction="10000"/>
          </a:bodyPr>
          <a:lstStyle/>
          <a:p>
            <a:endParaRPr lang="en-IN" dirty="0"/>
          </a:p>
          <a:p>
            <a:r>
              <a:rPr lang="en-IN" dirty="0"/>
              <a:t>Merging different datasets into single excel files.</a:t>
            </a:r>
          </a:p>
          <a:p>
            <a:r>
              <a:rPr lang="en-IN" dirty="0"/>
              <a:t>Data filtering and removing duplicate fields.</a:t>
            </a:r>
          </a:p>
          <a:p>
            <a:r>
              <a:rPr lang="en-IN" dirty="0" err="1"/>
              <a:t>Implimenting</a:t>
            </a:r>
            <a:r>
              <a:rPr lang="en-IN" dirty="0"/>
              <a:t> different formulas to find exact values.</a:t>
            </a:r>
          </a:p>
          <a:p>
            <a:r>
              <a:rPr lang="en-IN" dirty="0" err="1"/>
              <a:t>Pivort</a:t>
            </a:r>
            <a:r>
              <a:rPr lang="en-IN" dirty="0"/>
              <a:t> chart and pivot table to analyse the data. </a:t>
            </a:r>
          </a:p>
          <a:p>
            <a:r>
              <a:rPr lang="en-IN" dirty="0"/>
              <a:t>Applying Conditional </a:t>
            </a:r>
            <a:r>
              <a:rPr lang="en-IN" dirty="0" err="1"/>
              <a:t>Formating</a:t>
            </a:r>
            <a:r>
              <a:rPr lang="en-IN" dirty="0"/>
              <a:t>.</a:t>
            </a:r>
          </a:p>
          <a:p>
            <a:r>
              <a:rPr lang="en-IN" dirty="0" err="1"/>
              <a:t>Vlookup</a:t>
            </a:r>
            <a:r>
              <a:rPr lang="en-IN" dirty="0"/>
              <a:t> and Conditional </a:t>
            </a:r>
            <a:r>
              <a:rPr lang="en-IN" dirty="0" err="1"/>
              <a:t>Formating</a:t>
            </a:r>
            <a:r>
              <a:rPr lang="en-IN" dirty="0"/>
              <a:t>.</a:t>
            </a:r>
          </a:p>
          <a:p>
            <a:r>
              <a:rPr lang="en-IN" dirty="0"/>
              <a:t>Creating interactive dashboard to predict the exact results at the same time.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62205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8866D-E84E-4C50-863B-39ED41E46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Day-wise Bike sharing (Casual &amp; Registered)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D2EB7D9-28E3-4C84-AB06-01B0AB0D2E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3659273"/>
              </p:ext>
            </p:extLst>
          </p:nvPr>
        </p:nvGraphicFramePr>
        <p:xfrm>
          <a:off x="1484313" y="2667000"/>
          <a:ext cx="10018712" cy="3124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637294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EE656-FC50-4484-B67D-2D63055B2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HUMIDITY LEVEL &amp; TOTAL ENGAGE OF CNT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35B104E-97D4-4CCC-B21E-B48FAA0C14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4331677"/>
              </p:ext>
            </p:extLst>
          </p:nvPr>
        </p:nvGraphicFramePr>
        <p:xfrm>
          <a:off x="1484313" y="2667000"/>
          <a:ext cx="10018712" cy="3124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4709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3E1A0-DD96-4C7B-852B-841EAD9BB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1128130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BIKE SHARING RATIO ON WEEKDAYS &amp; HOLIDAY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739E6CD3-EC92-4B8A-A26A-840793F18DD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37108794"/>
              </p:ext>
            </p:extLst>
          </p:nvPr>
        </p:nvGraphicFramePr>
        <p:xfrm>
          <a:off x="688977" y="2595730"/>
          <a:ext cx="4890188" cy="31242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BD86F507-1DD7-45F9-B486-CB706521E3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2547914"/>
              </p:ext>
            </p:extLst>
          </p:nvPr>
        </p:nvGraphicFramePr>
        <p:xfrm>
          <a:off x="5910539" y="2595730"/>
          <a:ext cx="5486331" cy="29485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34413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5F89E-72AC-4B6A-8A3F-501E25A0B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1389" y="0"/>
            <a:ext cx="9051167" cy="970722"/>
          </a:xfrm>
        </p:spPr>
        <p:txBody>
          <a:bodyPr/>
          <a:lstStyle/>
          <a:p>
            <a:r>
              <a:rPr lang="en-IN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DASHBOARD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2B33F5-526D-4721-A859-656EEFF115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3979" y="1265430"/>
            <a:ext cx="9995655" cy="4711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3596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BFF03-E9A4-4FC5-AF25-217833FDE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BBF51-9A82-47C5-80D7-0A3D25292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667000"/>
            <a:ext cx="10018713" cy="3031436"/>
          </a:xfrm>
        </p:spPr>
        <p:txBody>
          <a:bodyPr>
            <a:normAutofit fontScale="92500"/>
          </a:bodyPr>
          <a:lstStyle/>
          <a:p>
            <a:endParaRPr lang="en-IN" dirty="0"/>
          </a:p>
          <a:p>
            <a:r>
              <a:rPr lang="en-IN" dirty="0" err="1"/>
              <a:t>DigiCromeAcademy</a:t>
            </a:r>
            <a:endParaRPr lang="en-IN" dirty="0"/>
          </a:p>
          <a:p>
            <a:r>
              <a:rPr lang="en-IN" dirty="0"/>
              <a:t>Bike Sharing Demand - </a:t>
            </a:r>
            <a:r>
              <a:rPr lang="en-IN" dirty="0">
                <a:hlinkClick r:id="rId2"/>
              </a:rPr>
              <a:t>https://www.kaggle.com/code/lakshmi25npathi/bike-sharing-demand-prediction</a:t>
            </a:r>
            <a:endParaRPr lang="en-IN" dirty="0"/>
          </a:p>
          <a:p>
            <a:r>
              <a:rPr lang="en-IN" dirty="0"/>
              <a:t>Decision Tree Learning - </a:t>
            </a:r>
            <a:r>
              <a:rPr lang="en-IN" dirty="0">
                <a:hlinkClick r:id="rId3"/>
              </a:rPr>
              <a:t>https://www.researchgate.net/publication/377641378_Using_machine_learning_for_bike_sharing_demand_prediction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89818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Thank You PowerPoint Templates – Free Closing Slides &amp; Images">
            <a:extLst>
              <a:ext uri="{FF2B5EF4-FFF2-40B4-BE49-F238E27FC236}">
                <a16:creationId xmlns:a16="http://schemas.microsoft.com/office/drawing/2014/main" id="{E60CD846-1AF2-4961-A319-26C9EA13F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2869" y="808797"/>
            <a:ext cx="9316278" cy="5240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31374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204</TotalTime>
  <Words>388</Words>
  <Application>Microsoft Office PowerPoint</Application>
  <PresentationFormat>Widescreen</PresentationFormat>
  <Paragraphs>44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Corbel</vt:lpstr>
      <vt:lpstr>Google Sans Text</vt:lpstr>
      <vt:lpstr>Times New Roman</vt:lpstr>
      <vt:lpstr>Parallax</vt:lpstr>
      <vt:lpstr>BIKE SHARING DEMAND ANALYSIS</vt:lpstr>
      <vt:lpstr>OVERVIEW OF THE PROJECT</vt:lpstr>
      <vt:lpstr>Features of the Project:</vt:lpstr>
      <vt:lpstr>DATASET DESCRIPTION: The dataset contains weather information (Temperature, Humidity, Windspeed, Snowfall, Rainfall), the number of bikes rented per hour and date information. </vt:lpstr>
      <vt:lpstr>Implimentation on dataset</vt:lpstr>
      <vt:lpstr>Day-wise Bike sharing (Casual &amp; Registered)</vt:lpstr>
      <vt:lpstr>HUMIDITY LEVEL &amp; TOTAL ENGAGE OF CNT</vt:lpstr>
      <vt:lpstr>BIKE SHARING RATIO ON WEEKDAYS &amp; HOLIDAY</vt:lpstr>
      <vt:lpstr>FINAL DASHBOARD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Neetha</dc:creator>
  <cp:lastModifiedBy>Neetha</cp:lastModifiedBy>
  <cp:revision>19</cp:revision>
  <dcterms:created xsi:type="dcterms:W3CDTF">2026-01-11T14:33:06Z</dcterms:created>
  <dcterms:modified xsi:type="dcterms:W3CDTF">2026-01-18T15:28:50Z</dcterms:modified>
</cp:coreProperties>
</file>